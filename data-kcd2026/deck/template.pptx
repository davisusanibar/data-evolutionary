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Google Sans"/>
      <p:regular r:id="rId15"/>
      <p:bold r:id="rId16"/>
      <p:italic r:id="rId17"/>
      <p:boldItalic r:id="rId18"/>
    </p:embeddedFont>
    <p:embeddedFont>
      <p:font typeface="Google Sa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bold.fntdata"/><Relationship Id="rId11" Type="http://schemas.openxmlformats.org/officeDocument/2006/relationships/slide" Target="slides/slide5.xml"/><Relationship Id="rId22" Type="http://schemas.openxmlformats.org/officeDocument/2006/relationships/font" Target="fonts/GoogleSansMedium-boldItalic.fntdata"/><Relationship Id="rId10" Type="http://schemas.openxmlformats.org/officeDocument/2006/relationships/slide" Target="slides/slide4.xml"/><Relationship Id="rId21" Type="http://schemas.openxmlformats.org/officeDocument/2006/relationships/font" Target="fonts/GoogleSans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oogleSans-regular.fntdata"/><Relationship Id="rId14" Type="http://schemas.openxmlformats.org/officeDocument/2006/relationships/slide" Target="slides/slide8.xml"/><Relationship Id="rId17" Type="http://schemas.openxmlformats.org/officeDocument/2006/relationships/font" Target="fonts/GoogleSans-italic.fntdata"/><Relationship Id="rId16" Type="http://schemas.openxmlformats.org/officeDocument/2006/relationships/font" Target="fonts/GoogleSans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GoogleSansMedium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f9bbd70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f9bbd70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157c686c7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6157c686c7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157c686c7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157c686c7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3bdb2d2cf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3bdb2d2c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157c686c7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157c686c7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defbecf8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defbecf8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9defbecf8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9defbecf8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9bbd70c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f9bbd70c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_TEMPLATE ONLY_Cover">
  <p:cSld name="CUSTOM_1">
    <p:bg>
      <p:bgPr>
        <a:solidFill>
          <a:srgbClr val="2480E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_TEMPLATE ONLY_Cover">
  <p:cSld name="CUSTOM_1">
    <p:bg>
      <p:bgPr>
        <a:solidFill>
          <a:srgbClr val="2480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/>
        </p:nvSpPr>
        <p:spPr>
          <a:xfrm>
            <a:off x="370900" y="180000"/>
            <a:ext cx="20451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Women Techmakers Brand 2023</a:t>
            </a:r>
            <a:endParaRPr sz="7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5"/>
          <p:cNvSpPr txBox="1"/>
          <p:nvPr/>
        </p:nvSpPr>
        <p:spPr>
          <a:xfrm>
            <a:off x="7561525" y="203700"/>
            <a:ext cx="1212900" cy="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100"/>
              <a:buFont typeface="Arial"/>
              <a:buNone/>
            </a:pPr>
            <a:r>
              <a:rPr lang="en" sz="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grid_Blank">
  <p:cSld name="CUSTOM_1_1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grid_Blank_White Logo">
  <p:cSld name="CUSTOM_1_1_1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7"/>
          <p:cNvPicPr preferRelativeResize="0"/>
          <p:nvPr/>
        </p:nvPicPr>
        <p:blipFill rotWithShape="1">
          <a:blip r:embed="rId2">
            <a:alphaModFix/>
          </a:blip>
          <a:srcRect b="27595" l="11685" r="11693" t="27595"/>
          <a:stretch/>
        </p:blipFill>
        <p:spPr>
          <a:xfrm>
            <a:off x="369450" y="4824775"/>
            <a:ext cx="1033175" cy="1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grid_Blank_Black Logo">
  <p:cSld name="CUSTOM_1_1_1_1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8"/>
          <p:cNvPicPr preferRelativeResize="0"/>
          <p:nvPr/>
        </p:nvPicPr>
        <p:blipFill rotWithShape="1">
          <a:blip r:embed="rId2">
            <a:alphaModFix/>
          </a:blip>
          <a:srcRect b="32898" l="11839" r="11831" t="32898"/>
          <a:stretch/>
        </p:blipFill>
        <p:spPr>
          <a:xfrm>
            <a:off x="369450" y="4845850"/>
            <a:ext cx="1033175" cy="138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8"/>
          <p:cNvSpPr txBox="1"/>
          <p:nvPr/>
        </p:nvSpPr>
        <p:spPr>
          <a:xfrm>
            <a:off x="7444050" y="203703"/>
            <a:ext cx="1330500" cy="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and Confidential</a:t>
            </a:r>
            <a:endParaRPr sz="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grid">
  <p:cSld name="TITLE_2_3_4_1_5_3_1_1_1_3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65" name="Google Shape;6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tx1"/>
                </a:solidFill>
              </a:defRPr>
            </a:lvl1pPr>
            <a:lvl2pPr lvl="1" rtl="0" algn="r">
              <a:buNone/>
              <a:defRPr sz="1300">
                <a:solidFill>
                  <a:schemeClr val="tx1"/>
                </a:solidFill>
              </a:defRPr>
            </a:lvl2pPr>
            <a:lvl3pPr lvl="2" rtl="0" algn="r">
              <a:buNone/>
              <a:defRPr sz="1300">
                <a:solidFill>
                  <a:schemeClr val="tx1"/>
                </a:solidFill>
              </a:defRPr>
            </a:lvl3pPr>
            <a:lvl4pPr lvl="3" rtl="0" algn="r">
              <a:buNone/>
              <a:defRPr sz="1300">
                <a:solidFill>
                  <a:schemeClr val="tx1"/>
                </a:solidFill>
              </a:defRPr>
            </a:lvl4pPr>
            <a:lvl5pPr lvl="4" rtl="0" algn="r">
              <a:buNone/>
              <a:defRPr sz="1300">
                <a:solidFill>
                  <a:schemeClr val="tx1"/>
                </a:solidFill>
              </a:defRPr>
            </a:lvl5pPr>
            <a:lvl6pPr lvl="5" rtl="0" algn="r">
              <a:buNone/>
              <a:defRPr sz="1300">
                <a:solidFill>
                  <a:schemeClr val="tx1"/>
                </a:solidFill>
              </a:defRPr>
            </a:lvl6pPr>
            <a:lvl7pPr lvl="6" rtl="0" algn="r">
              <a:buNone/>
              <a:defRPr sz="1300">
                <a:solidFill>
                  <a:schemeClr val="tx1"/>
                </a:solidFill>
              </a:defRPr>
            </a:lvl7pPr>
            <a:lvl8pPr lvl="7" rtl="0" algn="r">
              <a:buNone/>
              <a:defRPr sz="1300">
                <a:solidFill>
                  <a:schemeClr val="tx1"/>
                </a:solidFill>
              </a:defRPr>
            </a:lvl8pPr>
            <a:lvl9pPr lvl="8" rtl="0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33">
          <p15:clr>
            <a:srgbClr val="E46962"/>
          </p15:clr>
        </p15:guide>
        <p15:guide id="2" pos="5527">
          <p15:clr>
            <a:srgbClr val="E46962"/>
          </p15:clr>
        </p15:guide>
        <p15:guide id="3" pos="1558">
          <p15:clr>
            <a:srgbClr val="E46962"/>
          </p15:clr>
        </p15:guide>
        <p15:guide id="4" pos="4202">
          <p15:clr>
            <a:srgbClr val="E46962"/>
          </p15:clr>
        </p15:guide>
        <p15:guide id="5" pos="1613">
          <p15:clr>
            <a:srgbClr val="E46962"/>
          </p15:clr>
        </p15:guide>
        <p15:guide id="6" pos="4147">
          <p15:clr>
            <a:srgbClr val="E46962"/>
          </p15:clr>
        </p15:guide>
        <p15:guide id="7" pos="1987">
          <p15:clr>
            <a:srgbClr val="E46962"/>
          </p15:clr>
        </p15:guide>
        <p15:guide id="8" pos="2044">
          <p15:clr>
            <a:srgbClr val="E46962"/>
          </p15:clr>
        </p15:guide>
        <p15:guide id="9" pos="2852">
          <p15:clr>
            <a:srgbClr val="E46962"/>
          </p15:clr>
        </p15:guide>
        <p15:guide id="10" pos="2908">
          <p15:clr>
            <a:srgbClr val="E46962"/>
          </p15:clr>
        </p15:guide>
        <p15:guide id="11" pos="3716">
          <p15:clr>
            <a:srgbClr val="E46962"/>
          </p15:clr>
        </p15:guide>
        <p15:guide id="12" pos="3773">
          <p15:clr>
            <a:srgbClr val="E46962"/>
          </p15:clr>
        </p15:guide>
        <p15:guide id="13" orient="horz" pos="228">
          <p15:clr>
            <a:srgbClr val="E46962"/>
          </p15:clr>
        </p15:guide>
        <p15:guide id="14" orient="horz" pos="3012">
          <p15:clr>
            <a:srgbClr val="E46962"/>
          </p15:clr>
        </p15:guide>
        <p15:guide id="15" orient="horz" pos="921">
          <p15:clr>
            <a:srgbClr val="E46962"/>
          </p15:clr>
        </p15:guide>
        <p15:guide id="16" orient="horz" pos="977">
          <p15:clr>
            <a:srgbClr val="E46962"/>
          </p15:clr>
        </p15:guide>
        <p15:guide id="17" orient="horz" pos="1601">
          <p15:clr>
            <a:srgbClr val="E46962"/>
          </p15:clr>
        </p15:guide>
        <p15:guide id="18" orient="horz" pos="1656">
          <p15:clr>
            <a:srgbClr val="E46962"/>
          </p15:clr>
        </p15:guide>
        <p15:guide id="19" orient="horz" pos="2263">
          <p15:clr>
            <a:srgbClr val="E46962"/>
          </p15:clr>
        </p15:guide>
        <p15:guide id="20" orient="horz" pos="231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/>
        </p:nvSpPr>
        <p:spPr>
          <a:xfrm>
            <a:off x="3392100" y="3592150"/>
            <a:ext cx="23598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César Lorca Bacian</a:t>
            </a:r>
            <a:br>
              <a:rPr lang="en" sz="12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</a:b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SUSE Presales Engineer, SUSE - OT-Latam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22"/>
          <p:cNvSpPr txBox="1"/>
          <p:nvPr/>
        </p:nvSpPr>
        <p:spPr>
          <a:xfrm>
            <a:off x="1288950" y="683625"/>
            <a:ext cx="65661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 longer quote can go here. Lorem ipsum dolor sit amet, consectetur </a:t>
            </a:r>
            <a:endParaRPr b="1" sz="3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22"/>
          <p:cNvSpPr txBox="1"/>
          <p:nvPr/>
        </p:nvSpPr>
        <p:spPr>
          <a:xfrm>
            <a:off x="221550" y="177100"/>
            <a:ext cx="405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KCD_Lima_Perú_2026</a:t>
            </a:r>
            <a:endParaRPr b="1" sz="1500">
              <a:solidFill>
                <a:schemeClr val="accen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/>
        </p:nvSpPr>
        <p:spPr>
          <a:xfrm>
            <a:off x="369450" y="1070500"/>
            <a:ext cx="41586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Kubernetes a Escala Real: Gestión Unificada de Clústeres Híbridos y Multi-Cloud.</a:t>
            </a:r>
            <a:endParaRPr b="1" sz="2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3" name="Google Shape;83;p23"/>
          <p:cNvSpPr txBox="1"/>
          <p:nvPr/>
        </p:nvSpPr>
        <p:spPr>
          <a:xfrm>
            <a:off x="369450" y="3366975"/>
            <a:ext cx="26781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César Lorca Bacian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23"/>
          <p:cNvSpPr txBox="1"/>
          <p:nvPr/>
        </p:nvSpPr>
        <p:spPr>
          <a:xfrm>
            <a:off x="369450" y="3676625"/>
            <a:ext cx="35445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SUSE Presales Engineer - SUSE - OT-Latam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5" name="Google Shape;85;p23"/>
          <p:cNvSpPr txBox="1"/>
          <p:nvPr/>
        </p:nvSpPr>
        <p:spPr>
          <a:xfrm>
            <a:off x="221550" y="177100"/>
            <a:ext cx="405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KCD_Lima_Perú_2026</a:t>
            </a:r>
            <a:endParaRPr b="1" sz="1500">
              <a:solidFill>
                <a:schemeClr val="accen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/>
        </p:nvSpPr>
        <p:spPr>
          <a:xfrm>
            <a:off x="221550" y="177100"/>
            <a:ext cx="405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KCD_Lima_Perú_2026</a:t>
            </a:r>
            <a:endParaRPr b="1" sz="1500">
              <a:solidFill>
                <a:schemeClr val="accen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/>
        </p:nvSpPr>
        <p:spPr>
          <a:xfrm>
            <a:off x="4304875" y="1330722"/>
            <a:ext cx="2128500" cy="15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Texto</a:t>
            </a:r>
            <a:endParaRPr b="1" sz="4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25"/>
          <p:cNvSpPr txBox="1"/>
          <p:nvPr/>
        </p:nvSpPr>
        <p:spPr>
          <a:xfrm>
            <a:off x="221550" y="177100"/>
            <a:ext cx="405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KCD_Lima_Perú_2026</a:t>
            </a:r>
            <a:endParaRPr b="1"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/>
        </p:nvSpPr>
        <p:spPr>
          <a:xfrm>
            <a:off x="593975" y="1061425"/>
            <a:ext cx="3002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Title left aligned</a:t>
            </a:r>
            <a:endParaRPr b="1" sz="30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2" name="Google Shape;102;p26"/>
          <p:cNvSpPr txBox="1"/>
          <p:nvPr/>
        </p:nvSpPr>
        <p:spPr>
          <a:xfrm>
            <a:off x="593975" y="1805675"/>
            <a:ext cx="3138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AutoNum type="arabicPeriod"/>
            </a:pPr>
            <a:r>
              <a:rPr lang="en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Bullet one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AutoNum type="arabicPeriod"/>
            </a:pPr>
            <a:r>
              <a:rPr lang="en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Bullet two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AutoNum type="arabicPeriod"/>
            </a:pPr>
            <a:r>
              <a:rPr lang="en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Bullet three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AutoNum type="arabicPeriod"/>
            </a:pPr>
            <a:r>
              <a:rPr lang="en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Bullet four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AutoNum type="arabicPeriod"/>
            </a:pPr>
            <a:r>
              <a:rPr lang="en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Bullet five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Google Shape;103;p26"/>
          <p:cNvSpPr txBox="1"/>
          <p:nvPr/>
        </p:nvSpPr>
        <p:spPr>
          <a:xfrm>
            <a:off x="221550" y="177100"/>
            <a:ext cx="405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KCD_Lima_Perú_2026</a:t>
            </a:r>
            <a:endParaRPr b="1" sz="1500">
              <a:solidFill>
                <a:schemeClr val="accen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/>
        </p:nvSpPr>
        <p:spPr>
          <a:xfrm>
            <a:off x="771525" y="1890850"/>
            <a:ext cx="3577800" cy="19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Google Sans"/>
                <a:ea typeface="Google Sans"/>
                <a:cs typeface="Google Sans"/>
                <a:sym typeface="Google Sans"/>
              </a:rPr>
              <a:t>Simple statement or quote goes here limit this to four or fewer lines</a:t>
            </a:r>
            <a:endParaRPr b="1" sz="30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27"/>
          <p:cNvSpPr txBox="1"/>
          <p:nvPr/>
        </p:nvSpPr>
        <p:spPr>
          <a:xfrm>
            <a:off x="221550" y="177100"/>
            <a:ext cx="405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KCD_Lima_Perú_2026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men Techmakers Guidelines">
  <a:themeElements>
    <a:clrScheme name="Simple Light">
      <a:dk1>
        <a:srgbClr val="202124"/>
      </a:dk1>
      <a:lt1>
        <a:srgbClr val="FFFFFF"/>
      </a:lt1>
      <a:dk2>
        <a:srgbClr val="FFFFFF"/>
      </a:dk2>
      <a:lt2>
        <a:srgbClr val="FFFFFF"/>
      </a:lt2>
      <a:accent1>
        <a:srgbClr val="54A6EC"/>
      </a:accent1>
      <a:accent2>
        <a:srgbClr val="2480EF"/>
      </a:accent2>
      <a:accent3>
        <a:srgbClr val="00DAA1"/>
      </a:accent3>
      <a:accent4>
        <a:srgbClr val="00B597"/>
      </a:accent4>
      <a:accent5>
        <a:srgbClr val="FFC3A1"/>
      </a:accent5>
      <a:accent6>
        <a:srgbClr val="FF676A"/>
      </a:accent6>
      <a:hlink>
        <a:srgbClr val="1A73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